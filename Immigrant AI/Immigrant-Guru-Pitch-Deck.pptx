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4114800" cy="7315"/>
          </a:xfrm>
          <a:prstGeom prst="rect">
            <a:avLst/>
          </a:prstGeom>
          <a:solidFill>
            <a:srgbClr val="0071E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 GURU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Immigration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Platform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immigration with clarity.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www.immigrant.guru  |  April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Immigration is broken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applicants.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annually on immigration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lawyers globally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11880" y="2788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applications delayed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poor preparation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46520" y="2788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tools to compare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pathways objectively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is fragmented across government sites, forums, and expensive lawyers.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have no structured way to evaluate options before committing.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AI platform for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immigration decisions.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A / B / 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multiple visa strategies with confidence scores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Readiness 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 transparent scoring across 4 components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 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classification, checklist, and issue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Grounding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 backed by curated immigration sources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2918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 tracking from research to submission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2918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Copilot Chat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advisor with source attribution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 experience,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AI.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Apple-inspired glassmorphism design with scroll animations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7480" y="192024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2103120"/>
            <a:ext cx="457200" cy="45720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8036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Onboarding Wizard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0632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fun profile builder with pill selectors and steppers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2103120"/>
            <a:ext cx="457200" cy="45720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 Center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0632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with score, probability, timeline, and next action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95160" y="192024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2103120"/>
            <a:ext cx="457200" cy="45720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Workspace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30632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strategy, document center, copilot, simulation, and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steps to immigration clarity.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Profile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Nationality, education, profession,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capital, timeline, language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8036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Case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country, visa program,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0071E3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2920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Strategy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Plan A/B/C with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scores and reasoning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804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780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 Action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best action, document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checklist, timeline projection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Multi-pathway recommendations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OpenAI.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Pathway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route based on profile fit,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timing, and readiness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Fallback Strategy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alternative when primary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faces obstacles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Long-Horizon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route for building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qualifications over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OpenAI gpt-4o-mini  |  Confidence scoring (0-100)  |  Knowledge base grounding  |  Context-aware prompts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Transparent, deterministic,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76.5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46888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randomness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reproducible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suggestions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92024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920240"/>
            <a:ext cx="73152" cy="54864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Completeness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14800" y="260604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2606040"/>
            <a:ext cx="73152" cy="5486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Strength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B6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114800" y="329184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0" y="3291840"/>
            <a:ext cx="73152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Readiness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114800" y="397764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0" y="3977640"/>
            <a:ext cx="73152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Readiness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 to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informed decisions.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57400"/>
            <a:ext cx="365760" cy="36576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advisor with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057400"/>
            <a:ext cx="365760" cy="36576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 Simulation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modeling for profile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on probability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Country Comparison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Multi-pathway analysis across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destinations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 Projection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timeline with milestones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estimated dates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33375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66160" y="3474720"/>
            <a:ext cx="365760" cy="36576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 Intelligence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classification,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completeness, issue detection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33375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3474720"/>
            <a:ext cx="365760" cy="36576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Search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over curated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sources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Modern, scalable,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production-proven.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" cy="50292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+ Tailwind 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4864" cy="5029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4505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(async)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+ Pydantic v2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723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0723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 (3-node cluster)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54864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941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69417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 + grounding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54864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15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43159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DigitalOcean + Cloudflare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Let's Encrypt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5448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39776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70332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9776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85216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95160" y="39776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001000" y="4023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5-SERVER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High-availability multi-tier deployment.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CDN + WAF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0574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Load Balancer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1 (Next.js)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7432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2 (Next.js)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4290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1 (FastAPI)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34290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2 (FastAPI)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41148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(Primary+Standby)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41148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(3-node cluster)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" y="1417320"/>
            <a:ext cx="1097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99.95%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74320" y="2194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SLA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440" y="2606040"/>
            <a:ext cx="1097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971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&lt;15m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74320" y="3383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1440" y="3794760"/>
            <a:ext cx="1097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160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&lt;1m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74320" y="45720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max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9-layer defense in depth.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Protection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DDoS + WAF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+ HSTS preload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Headers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CSP, X-Frame, XSS, Permissions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Redis-backed per-user throttle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6517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204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8620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HS256 + bcrypt passwords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6517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+ ownership checks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74904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15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queries, ORM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374904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5204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862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Isolation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862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VPC + UFW firewalls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74904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55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208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2084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compliance logging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$28B market growing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12% CAGR.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immigration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CAGR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20116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B6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74904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Tech-enabled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CAGR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$420M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76656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platforms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(Year 1-3 addressable)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CAGR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 SaaS with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unit economics.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case, basic score,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builder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0071E3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80360" y="2240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2606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$29/mo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80360" y="3154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cases, AI strategy,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documents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$79/mo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3017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AI, simulation,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comparison, priority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3017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firms,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access, white-label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to $5M+ ARR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3 years.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Product-market 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118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 users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acceleration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$5.4M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465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users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expansion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114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97480" y="39776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80360" y="4114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80360" y="4343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880360" y="47548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39776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4114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343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16x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029200" y="47548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95160" y="39776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78040" y="4114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78040" y="4343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 mo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178040" y="47548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win on depth,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speed, and cost.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vs. Immigration Lawyers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cheaper, instant results,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24/7, structured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vs. Boundless / Visabot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comprehensive: Plan A/B/C,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scoring, simulation, copilot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vs. Government Sites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Personalized, actionable,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AI-powered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curated knowledge base + user data flywheel + multi-pathway scoring engine.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users build profiles and receive strategies, the platform gets smarter and more defensible.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growth from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to enterprise.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574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+ Content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guides, visa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articles, organic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traffic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80360" y="20574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+ Influencer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27889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YouTubers,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creators, community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3931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4-12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20574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Partnerships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7889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firms, relocation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companies, HR departments,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931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8-18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92024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20574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International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27889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Country-specific versions,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support, regional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3931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12-24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in production.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functional.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at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www.immigrant.guru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 connected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generating strategies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endpoints, 21 services,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database tables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Apple-inspired design with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animations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1546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JSON-LD, sitemap, OG tags,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HSTS preload, A+ SSL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1546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mobile dashboard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bottom navigation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Builder-founder with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execution.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86000"/>
            <a:ext cx="1645920" cy="1645920"/>
          </a:xfrm>
          <a:prstGeom prst="ellipse">
            <a:avLst/>
          </a:prstGeom>
          <a:solidFill>
            <a:srgbClr val="0071E3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9260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Burak Caglar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1089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and serial entrepreneur. Designed, built, and deployed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Immigrant Guru platform solo — from database schema to production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infrastructure. Deep expertise in AI integration, cloud architecture, and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design. Previously built and scaled multiple SaaS products.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 Pre-Seed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accelerate growth.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196596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senior engineers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(frontend + ML)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2011680"/>
            <a:ext cx="1965960" cy="54864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6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88036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31546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SEO,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partnerships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01168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2920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/ Data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expansion,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pipeline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201168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7804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31546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compliance,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  |  Targeting $1.2M ARR by end of Year 2  |  Next raise: Series A at $3M+ ARR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 GURU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Navigate Immigration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Clarity.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0" y="3108960"/>
            <a:ext cx="1828800" cy="5486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www.immigrant.guru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burak@immigrant.guru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github.com/bccaglar-rgb/immigrant-guru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Immigrant Guru - Investor Pitch Deck</dc:title>
  <dc:subject>PptxGenJS Presentation</dc:subject>
  <dc:creator>Immigrant Guru</dc:creator>
  <cp:lastModifiedBy>Immigrant Guru</cp:lastModifiedBy>
  <cp:revision>1</cp:revision>
  <dcterms:created xsi:type="dcterms:W3CDTF">2026-04-05T00:21:47Z</dcterms:created>
  <dcterms:modified xsi:type="dcterms:W3CDTF">2026-04-05T00:21:47Z</dcterms:modified>
</cp:coreProperties>
</file>